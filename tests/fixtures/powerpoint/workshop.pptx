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9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60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10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9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9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9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9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8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1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659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304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68D9-0C15-B45E-F3C0-69749048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9EB5C-1138-DF2A-CC01-CB85ABD9E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3BBF4-17E9-E831-90D1-1267A5B3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78976-710E-CB98-276C-AB369F5A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0C50-9E7C-B88B-229E-65F811F2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8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84B4-8FE1-46E8-88AA-0ED7759B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CE729-C40A-B0E5-7586-5D21FECE9C9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212BA-EB3C-B302-9E89-1EE6D24F4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69B43-2BB3-8481-4FDA-D062221A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D8BA0-6393-7D7B-443E-832F90E3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116C2-0873-6643-5BE2-C6B33AEB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3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AC0A-3265-534D-A45B-43C1E1A2D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Workshop notes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01A77-25EB-57A1-3C44-2D8F439271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Tuesday</a:t>
            </a:r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E103-9C4E-771C-DC9D-10E00AF1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1B129-5F83-0818-70E9-2BD26A8D5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Where we are
What broke
What we do about it</a:t>
            </a:r>
            <a:endParaRPr lang="en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E165-5067-221D-4661-21ACE5F0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whiteboard</a:t>
            </a:r>
            <a:endParaRPr lang="en-DE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630747-5DC6-752A-9BE1-99875DCC1394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9" b="1409"/>
          <a:stretch>
            <a:fillRect/>
          </a:stretch>
        </p:blipFill>
        <p:spPr>
          <a:xfrm>
            <a:off x="762000" y="1905000"/>
            <a:ext cx="3810000" cy="2540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92F01-7ED2-E4FD-329C-A5EDAC290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0A93-8E63-DE3E-E9A8-E65BBC19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Numbers we quoted</a:t>
            </a:r>
            <a:endParaRPr lang="en-D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B8FA3F-A599-F43C-F34D-07D02E3A6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59120"/>
              </p:ext>
            </p:extLst>
          </p:nvPr>
        </p:nvGraphicFramePr>
        <p:xfrm>
          <a:off x="762000" y="1905000"/>
          <a:ext cx="5842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86676276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443698350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en-US"/>
                        <a:t>Deck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Slides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44799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/>
                        <a:t>worked in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six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3603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C3A2-9E61-3165-5AF9-D8F65751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broke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33C6F-D142-BE76-7A15-A60B984EB98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62000" y="3048000"/>
            <a:ext cx="3810000" cy="1143000"/>
          </a:xfrm>
        </p:spPr>
        <p:txBody>
          <a:bodyPr/>
          <a:lstStyle/>
          <a:p>
            <a:r>
              <a:rPr lang="en-US"/>
              <a:t>The exporter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08F0D-38E5-7769-3ED4-B4F5DC4B4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The theme</a:t>
            </a:r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71D87-EB68-D4E6-C499-6D2BB70D89D8}"/>
              </a:ext>
            </a:extLst>
          </p:cNvPr>
          <p:cNvSpPr txBox="1"/>
          <p:nvPr/>
        </p:nvSpPr>
        <p:spPr>
          <a:xfrm>
            <a:off x="5334000" y="1905000"/>
            <a:ext cx="2540000" cy="762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and the build</a:t>
            </a:r>
            <a:endParaRPr lang="en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97B6-6EDE-F3C6-18A0-B3616D67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do about it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76DE1-9537-4AEC-0927-D683F98AB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it down first, then draw it.</a:t>
            </a:r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</Words>
  <Application>Microsoft Macintosh PowerPoint</Application>
  <PresentationFormat>A4 Paper (210x297 mm)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Workshop notes</vt:lpstr>
      <vt:lpstr>Agenda</vt:lpstr>
      <vt:lpstr>The whiteboard</vt:lpstr>
      <vt:lpstr>Numbers we quoted</vt:lpstr>
      <vt:lpstr>What broke</vt:lpstr>
      <vt:lpstr>What we do about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2000-01-01T00:00:00Z</dcterms:created>
  <dcterms:modified xsi:type="dcterms:W3CDTF">2026-10-11T10:54:15Z</dcterms:modified>
</cp:coreProperties>
</file>