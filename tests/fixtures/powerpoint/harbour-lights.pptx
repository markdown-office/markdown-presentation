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57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95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2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9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19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08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4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00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061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5118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46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6160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25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84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78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4201-5798-BEAD-0C5E-B27F5BBD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2FF98-BBE4-E427-614A-DCC21383F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C33D4-D1EE-0DCB-9EBA-74A6428B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2C6CF-9B50-F233-55E2-D2E84653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1F7CA-2C5E-83AD-8D8C-1090DB59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260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1605-4B9E-C50C-7AC6-4761E3D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D05F2-4E3E-BD96-A328-585C416E6F0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77863" y="2160588"/>
            <a:ext cx="4221162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3DCD6-42EB-46E6-6C42-40C01D289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51425" y="2160588"/>
            <a:ext cx="4222750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E7974-A8EF-A3DF-5DFA-38D85C4F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D0B9C-0D17-B3CB-22F9-929A7C82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13AFF-1F94-25A6-042E-71C2B4FB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87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4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655F-5767-E3E9-7525-552DC8E8D2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Harbour Lights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1E4B8-59F9-05CA-4A22-43BB7A03B3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field guide to the North Sea coast</a:t>
            </a:r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C72-0910-35B8-144A-8A231B0C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out there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47E4C-048D-CC14-8538-93370054B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walks, one afternoon</a:t>
            </a:r>
            <a:endParaRPr lang="en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A500-F132-37C5-F54F-A5C36A15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kinds of shore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44793-BAB4-E5F9-B748-2DE0375B3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Sand runs widest where the tide drops furthest.
Shingle holds the light at the tideline.
Mud is the richest ground and the hardest to walk.</a:t>
            </a:r>
            <a:endParaRPr lang="en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17C3-AE97-8BB8-D7D7-0CDCA2B9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what drifts in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23CB5-32D7-20E9-6207-E0EC061E4A26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/>
              <a:t>Wrack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CB869-B571-60AC-6393-94E932833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Litter</a:t>
            </a:r>
            <a:endParaRPr lang="en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F6A3-1599-A777-1CC3-1B10F655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wall of the harbour</a:t>
            </a:r>
            <a:endParaRPr lang="en-DE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340A965-8443-ABD8-2C1D-EE1278FEF423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36" b="27636"/>
          <a:stretch>
            <a:fillRect/>
          </a:stretch>
        </p:blipFill>
        <p:spPr>
          <a:xfrm>
            <a:off x="2540000" y="2286000"/>
            <a:ext cx="3048000" cy="2032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8FEF6-1857-3F56-7F6D-07DBC2FC2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Granite blocks, cut in Aberdeen and never meant to stay.</a:t>
            </a:r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">
      <a:dk1>
        <a:srgbClr val="172A3A"/>
      </a:dk1>
      <a:lt1>
        <a:srgbClr val="F6F4EE"/>
      </a:lt1>
      <a:dk2>
        <a:srgbClr val="172A3A"/>
      </a:dk2>
      <a:lt2>
        <a:srgbClr val="EBEBEB"/>
      </a:lt2>
      <a:accent1>
        <a:srgbClr val="264653"/>
      </a:accent1>
      <a:accent2>
        <a:srgbClr val="C65A38"/>
      </a:accent2>
      <a:accent3>
        <a:srgbClr val="FAF8F5"/>
      </a:accent3>
      <a:accent4>
        <a:srgbClr val="122230"/>
      </a:accent4>
      <a:accent5>
        <a:srgbClr val="ACB0B3"/>
      </a:accent5>
      <a:accent6>
        <a:srgbClr val="B35132"/>
      </a:accent6>
      <a:hlink>
        <a:srgbClr val="264653"/>
      </a:hlink>
      <a:folHlink>
        <a:srgbClr val="E2C97A"/>
      </a:folHlink>
    </a:clrScheme>
    <a:fontScheme name="Facet">
      <a:majorFont>
        <a:latin typeface="Avenir Next Demi Bold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76</Words>
  <Application>Microsoft Macintosh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Avenir Next</vt:lpstr>
      <vt:lpstr>Avenir Next Demi Bold</vt:lpstr>
      <vt:lpstr>Wingdings 3</vt:lpstr>
      <vt:lpstr>Facet</vt:lpstr>
      <vt:lpstr>Harbour Lights</vt:lpstr>
      <vt:lpstr>What is out there</vt:lpstr>
      <vt:lpstr>Three kinds of shore</vt:lpstr>
      <vt:lpstr>Counting what drifts in</vt:lpstr>
      <vt:lpstr>The wall of the harbour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2000-01-01T00:00:00Z</dcterms:created>
  <dcterms:modified xsi:type="dcterms:W3CDTF">2026-10-11T10:53:58Z</dcterms:modified>
</cp:coreProperties>
</file>