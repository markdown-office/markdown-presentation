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21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64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47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1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497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63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16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2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065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60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303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5994A-1449-FC58-6364-9E5AF8B7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B09D4-A148-82EE-5A7E-DB9AB2298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589F5-BAB6-D789-093E-83948609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10/11/26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00BC-013A-B402-AE42-F12DAD489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27B9-237D-4948-06D9-253EC5A63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23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89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106C-F89A-7EF9-E0FF-C3B18943A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steps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5B10C-1E7A-9620-81DF-825DAC39E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
Two
Three</a:t>
            </a:r>
            <a:endParaRPr lang="en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1352-6469-D8E3-F4F3-D7630ACB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build</a:t>
            </a:r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A0AC94-D53B-66DA-B2E7-EB101A7D7192}"/>
              </a:ext>
            </a:extLst>
          </p:cNvPr>
          <p:cNvSpPr txBox="1"/>
          <p:nvPr/>
        </p:nvSpPr>
        <p:spPr>
          <a:xfrm>
            <a:off x="762000" y="1905000"/>
            <a:ext cx="3810000" cy="762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First</a:t>
            </a:r>
            <a:endParaRPr lang="en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4B364-2D18-576F-EAA4-CA0AC4803163}"/>
              </a:ext>
            </a:extLst>
          </p:cNvPr>
          <p:cNvSpPr txBox="1"/>
          <p:nvPr/>
        </p:nvSpPr>
        <p:spPr>
          <a:xfrm>
            <a:off x="762000" y="3048000"/>
            <a:ext cx="3810000" cy="762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Second</a:t>
            </a:r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E931D-2999-81F4-AF4E-10FBD3F4B6A7}"/>
              </a:ext>
            </a:extLst>
          </p:cNvPr>
          <p:cNvSpPr txBox="1"/>
          <p:nvPr/>
        </p:nvSpPr>
        <p:spPr>
          <a:xfrm>
            <a:off x="762000" y="4191000"/>
            <a:ext cx="3810000" cy="762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Third</a:t>
            </a:r>
            <a:endParaRPr lang="en-D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Three steps</vt:lpstr>
      <vt:lpstr>A build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2000-01-01T00:00:00Z</dcterms:created>
  <dcterms:modified xsi:type="dcterms:W3CDTF">2026-10-11T17:46:30Z</dcterms:modified>
</cp:coreProperties>
</file>