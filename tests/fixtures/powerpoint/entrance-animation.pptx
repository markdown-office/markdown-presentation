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08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26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880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24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405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09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669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38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45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6295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139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73A27-DEA8-E9F9-BA3A-1B1929EF8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CA550-3331-30AD-5F0F-26632FD2D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CCEA2-9598-C6F4-EB7E-140438B5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9AB277-5606-ABD0-BB14-5B4D8C6BC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03A16-0824-77B2-238F-626CCE95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2989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067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FC86E-8BF5-31A9-1F61-0200CA155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Three steps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608F27-931B-5E72-25E9-7D6C5ED82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One
Two
Three</a:t>
            </a:r>
            <a:endParaRPr lang="en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5597-C92A-FF4D-F888-78148BCBB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build</a:t>
            </a:r>
            <a:endParaRPr lang="en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AC730F-C938-AD52-5287-730EBA56C9A5}"/>
              </a:ext>
            </a:extLst>
          </p:cNvPr>
          <p:cNvSpPr txBox="1"/>
          <p:nvPr/>
        </p:nvSpPr>
        <p:spPr>
          <a:xfrm>
            <a:off x="762000" y="1905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First</a:t>
            </a:r>
            <a:endParaRPr lang="en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04613-8350-25F9-4654-84459A0F9045}"/>
              </a:ext>
            </a:extLst>
          </p:cNvPr>
          <p:cNvSpPr txBox="1"/>
          <p:nvPr/>
        </p:nvSpPr>
        <p:spPr>
          <a:xfrm>
            <a:off x="762000" y="3048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Second</a:t>
            </a:r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AED4CE-8C7E-69C5-E8D0-FFAA06A299F7}"/>
              </a:ext>
            </a:extLst>
          </p:cNvPr>
          <p:cNvSpPr txBox="1"/>
          <p:nvPr/>
        </p:nvSpPr>
        <p:spPr>
          <a:xfrm>
            <a:off x="762000" y="4191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Third</a:t>
            </a:r>
            <a:endParaRPr lang="en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5017D-9849-9B7A-594E-CC17F1238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steps of two</a:t>
            </a:r>
            <a:endParaRPr lang="en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478140-B290-FA82-570E-D611B8508C53}"/>
              </a:ext>
            </a:extLst>
          </p:cNvPr>
          <p:cNvSpPr txBox="1"/>
          <p:nvPr/>
        </p:nvSpPr>
        <p:spPr>
          <a:xfrm>
            <a:off x="762000" y="1905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One</a:t>
            </a:r>
            <a:endParaRPr lang="en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1B4B4-466B-C58F-E387-6CFD64F18001}"/>
              </a:ext>
            </a:extLst>
          </p:cNvPr>
          <p:cNvSpPr txBox="1"/>
          <p:nvPr/>
        </p:nvSpPr>
        <p:spPr>
          <a:xfrm>
            <a:off x="762000" y="2667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Two</a:t>
            </a:r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FFBDDF-8D61-2190-E215-FF7F0A17747E}"/>
              </a:ext>
            </a:extLst>
          </p:cNvPr>
          <p:cNvSpPr txBox="1"/>
          <p:nvPr/>
        </p:nvSpPr>
        <p:spPr>
          <a:xfrm>
            <a:off x="762000" y="3429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Three</a:t>
            </a:r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0AF441-E189-D866-30E5-44EF7456D41D}"/>
              </a:ext>
            </a:extLst>
          </p:cNvPr>
          <p:cNvSpPr txBox="1"/>
          <p:nvPr/>
        </p:nvSpPr>
        <p:spPr>
          <a:xfrm>
            <a:off x="762000" y="4191000"/>
            <a:ext cx="3810000" cy="762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Four</a:t>
            </a:r>
            <a:endParaRPr lang="en-DE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</Words>
  <Application>Microsoft Macintosh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Three steps</vt:lpstr>
      <vt:lpstr>A build</vt:lpstr>
      <vt:lpstr>Two steps of two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</cp:revision>
  <dcterms:created xsi:type="dcterms:W3CDTF">2000-01-01T00:00:00Z</dcterms:created>
  <dcterms:modified xsi:type="dcterms:W3CDTF">2026-10-11T17:48:15Z</dcterms:modified>
</cp:coreProperties>
</file>