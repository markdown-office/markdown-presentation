
<file path=ppt/presentation.xml><?xml version="1.0" encoding="utf-8"?>
<p:presentation xmlns:p="http://schemas.openxmlformats.org/presentationml/2006/main" xmlns:a="http://schemas.openxmlformats.org/drawingml/2006/main">
  <p:sldSz cx="12192000" cy="6858000"/>
</p:presentation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Title Slide">
    <p:spTree>
      <p:sp>
        <p:nvSpPr>
          <p:cNvPr id="2" name="Shape 2"/>
          <p:nvPr>
            <p:ph type="ctrTitle"/>
          </p:nvPr>
        </p:nvSpPr>
        <p:spPr>
          <a:xfrm>
            <a:off x="838200" y="1600200"/>
            <a:ext cx="10515600" cy="1325563"/>
          </a:xfrm>
        </p:spPr>
      </p:sp>
      <p:sp>
        <p:nvSpPr>
          <p:cNvPr id="3" name="Shape 3"/>
          <p:nvPr>
            <p:ph type="subTitle" idx="1"/>
          </p:nvPr>
        </p:nvSpPr>
        <p:spPr>
          <a:xfrm>
            <a:off x="1676400" y="3200400"/>
            <a:ext cx="8382000" cy="1470025"/>
          </a:xfrm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>
  <p:cSld name="Title and Content">
    <p:spTree>
      <p:sp>
        <p:nvSpPr>
          <p:cNvPr id="2" name="Shape 2"/>
          <p:nvPr>
            <p:ph type="body" idx="1"/>
          </p:nvPr>
        </p:nvSpPr>
        <p:spPr>
          <a:xfrm>
            <a:off x="838200" y="1828800"/>
            <a:ext cx="10515600" cy="4114800"/>
          </a:xfrm>
        </p:spPr>
      </p:sp>
      <p:sp>
        <p:nvSpPr>
          <p:cNvPr id="3" name="Shape 3"/>
          <p:nvPr>
            <p:ph type="title"/>
          </p:nvPr>
        </p:nvSpPr>
        <p:spPr>
          <a:xfrm>
            <a:off x="838200" y="685800"/>
            <a:ext cx="10515600" cy="1000125"/>
          </a:xfrm>
        </p:spPr>
      </p:sp>
      <p:sp>
        <p:nvSpPr>
          <p:cNvPr id="4" name="Shape 4"/>
          <p:nvPr>
            <p:ph type="sldNum" idx="12"/>
          </p:nvPr>
        </p:nvSpPr>
        <p:spPr>
          <a:xfrm>
            <a:off x="10972800" y="6350000"/>
            <a:ext cx="609600" cy="457200"/>
          </a:xfrm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>
  <p:cSld name="Two Content">
    <p:spTree>
      <p:sp>
        <p:nvSpPr>
          <p:cNvPr id="2" name="Shape 2"/>
          <p:nvPr>
            <p:ph type="body" idx="2"/>
          </p:nvPr>
        </p:nvSpPr>
        <p:spPr>
          <a:xfrm>
            <a:off x="6350000" y="1828800"/>
            <a:ext cx="5003800" cy="4114800"/>
          </a:xfrm>
        </p:spPr>
      </p:sp>
      <p:sp>
        <p:nvSpPr>
          <p:cNvPr id="3" name="Shape 3"/>
          <p:nvPr>
            <p:ph type="body" idx="1"/>
          </p:nvPr>
        </p:nvSpPr>
        <p:spPr>
          <a:xfrm>
            <a:off x="838200" y="1828800"/>
            <a:ext cx="5003800" cy="4114800"/>
          </a:xfrm>
        </p:spPr>
      </p:sp>
      <p:sp>
        <p:nvSpPr>
          <p:cNvPr id="4" name="Shape 4"/>
          <p:nvPr>
            <p:ph type="title"/>
          </p:nvPr>
        </p:nvSpPr>
        <p:spPr/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>
  <p:cSld name="Picture Left">
    <p:spTree>
      <p:sp>
        <p:nvSpPr>
          <p:cNvPr id="2" name="Shape 2"/>
          <p:nvPr>
            <p:ph type="title"/>
          </p:nvPr>
        </p:nvSpPr>
        <p:spPr>
          <a:xfrm>
            <a:off x="838200" y="685800"/>
            <a:ext cx="10515600" cy="1000125"/>
          </a:xfrm>
        </p:spPr>
      </p:sp>
      <p:sp>
        <p:nvSpPr>
          <p:cNvPr id="3" name="Shape 3"/>
          <p:nvPr>
            <p:ph type="body" idx="2"/>
          </p:nvPr>
        </p:nvSpPr>
        <p:spPr>
          <a:xfrm>
            <a:off x="6096000" y="1828800"/>
            <a:ext cx="5029200" cy="4114800"/>
          </a:xfrm>
        </p:spPr>
      </p:sp>
      <p:sp>
        <p:nvSpPr>
          <p:cNvPr id="4" name="Shape 4"/>
          <p:nvPr>
            <p:ph type="pic" idx="1"/>
          </p:nvPr>
        </p:nvSpPr>
        <p:spPr>
          <a:xfrm>
            <a:off x="838200" y="1828800"/>
            <a:ext cx="4785360" cy="4114800"/>
          </a:xfrm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>
  <p:cSld name="Picture with Caption">
    <p:spTree>
      <p:sp>
        <p:nvSpPr>
          <p:cNvPr id="2" name="Shape 2"/>
          <p:nvPr>
            <p:ph type="title"/>
          </p:nvPr>
        </p:nvSpPr>
        <p:spPr>
          <a:xfrm>
            <a:off x="838200" y="685800"/>
            <a:ext cx="10515600" cy="1000125"/>
          </a:xfrm>
        </p:spPr>
      </p:sp>
      <p:sp>
        <p:nvSpPr>
          <p:cNvPr id="3" name="Shape 3"/>
          <p:nvPr>
            <p:ph type="pic" idx="1"/>
          </p:nvPr>
        </p:nvSpPr>
        <p:spPr>
          <a:xfrm>
            <a:off x="838200" y="1828800"/>
            <a:ext cx="10515600" cy="4114800"/>
          </a:xfrm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>
  <p:cSld name="Full Bleed Picture">
    <p:spTree>
      <p:sp>
        <p:nvSpPr>
          <p:cNvPr id="2" name="Shape 2"/>
          <p:nvPr>
            <p:ph type="pic" idx="1"/>
          </p:nvPr>
        </p:nvSpPr>
        <p:spPr>
          <a:xfrm>
            <a:off x="0" y="0"/>
            <a:ext cx="12192000" cy="6858000"/>
          </a:xfrm>
        </p:spPr>
      </p:sp>
    </p:spTree>
  </p:cSld>
</p:sldLayout>
</file>

<file path=ppt/slideLayouts/slideLayout7.xml><?xml version="1.0" encoding="utf-8"?>
<p:sldLayout xmlns:p="http://schemas.openxmlformats.org/presentationml/2006/main" xmlns:a="http://schemas.openxmlformats.org/drawingml/2006/main">
  <p:cSld name="Blank">
    <p:spTree/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>
  <p:cSld>
    <p:spTree>
      <p:sp>
        <p:nvSpPr>
          <p:cNvPr id="2" name="Shape 2"/>
        </p:nvSpPr>
        <p:spPr>
          <a:xfrm>
            <a:off x="838200" y="6172200"/>
            <a:ext cx="10515600" cy="12700"/>
          </a:xfrm>
        </p:spPr>
      </p:sp>
      <p:sp>
        <p:nvSpPr>
          <p:cNvPr id="3" name="Shape 3"/>
          <p:nvPr>
            <p:ph type="title"/>
          </p:nvPr>
        </p:nvSpPr>
        <p:spPr>
          <a:xfrm>
            <a:off x="838200" y="365125"/>
            <a:ext cx="10515600" cy="1325563"/>
          </a:xfrm>
        </p:spPr>
      </p:sp>
    </p:spTree>
  </p:cSld>
</p:sldMaster>
</file>